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Completion</c:v>
                </c:pt>
              </c:strCache>
            </c:strRef>
          </c:tx>
          <c:spPr>
            <a:solidFill>
              <a:srgbClr val="174A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Clarify</c:v>
                  </c:pt>
                  <c:pt idx="1">
                    <c:v>Approve SVG</c:v>
                  </c:pt>
                  <c:pt idx="2">
                    <c:v>Build</c:v>
                  </c:pt>
                  <c:pt idx="3">
                    <c:v>Verify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UTRAL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55448"/>
          </a:xfrm>
          <a:prstGeom prst="rect">
            <a:avLst/>
          </a:prstGeom>
          <a:solidFill>
            <a:srgbClr val="174A7E"/>
          </a:solidFill>
          <a:ln w="12700">
            <a:solidFill>
              <a:srgbClr val="174A7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19963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7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 TEST TEMPLATE · NOT FOR PRODUCTION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0863072" y="475488"/>
            <a:ext cx="658368" cy="274320"/>
          </a:xfrm>
          <a:prstGeom prst="rect">
            <a:avLst/>
          </a:prstGeom>
          <a:solidFill>
            <a:srgbClr val="174A7E"/>
          </a:solidFill>
          <a:ln w="12700">
            <a:solidFill>
              <a:srgbClr val="174A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36224" y="534924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1996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D78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1996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D78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13232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Editable workflow test fixture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554480"/>
            <a:ext cx="10835640" cy="3977640"/>
          </a:xfrm>
          <a:prstGeom prst="rect">
            <a:avLst/>
          </a:prstGeom>
          <a:solidFill>
            <a:srgbClr val="F7F9FB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210312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此文件仅用于结构与质量检查，不得替代用户提供的母版。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51560" y="28803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26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file demonstrates a native slide master, editable text and shapes, and inherited page numbering.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1996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D78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13232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chart with editable embedded data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554480"/>
            <a:ext cx="10835640" cy="3977640"/>
          </a:xfrm>
          <a:prstGeom prst="rect">
            <a:avLst/>
          </a:prstGeom>
          <a:solidFill>
            <a:srgbClr val="F7F9FB"/>
          </a:solidFill>
          <a:ln w="12700">
            <a:solidFill>
              <a:srgbClr val="D5DDE5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1097280" y="2103120"/>
          <a:ext cx="658368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366760" y="242316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charts must remain native and keep an editable Excel workbook inside the PPTX.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1996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D78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Neutral test fixture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Neutral editable presentation test template</dc:title>
  <dc:subject>Master, native object, and embedded chart workbook QA fixture</dc:subject>
  <dc:creator>Editable Consulting PPT Workflow</dc:creator>
  <cp:lastModifiedBy>Editable Consulting PPT Workflow</cp:lastModifiedBy>
  <cp:revision>1</cp:revision>
  <dcterms:created xsi:type="dcterms:W3CDTF">2026-07-27T11:23:45Z</dcterms:created>
  <dcterms:modified xsi:type="dcterms:W3CDTF">2026-07-27T11:23:45Z</dcterms:modified>
</cp:coreProperties>
</file>